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94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VIN THOPPIL" userId="3cfb968d1c4ac387" providerId="LiveId" clId="{F0D6B848-788A-4608-A89E-A4364133392A}"/>
    <pc:docChg chg="undo custSel addSld modSld">
      <pc:chgData name="MELVIN THOPPIL" userId="3cfb968d1c4ac387" providerId="LiveId" clId="{F0D6B848-788A-4608-A89E-A4364133392A}" dt="2025-08-13T14:13:54.282" v="228" actId="1076"/>
      <pc:docMkLst>
        <pc:docMk/>
      </pc:docMkLst>
      <pc:sldChg chg="modSp mod">
        <pc:chgData name="MELVIN THOPPIL" userId="3cfb968d1c4ac387" providerId="LiveId" clId="{F0D6B848-788A-4608-A89E-A4364133392A}" dt="2025-08-07T10:13:18.788" v="202" actId="6549"/>
        <pc:sldMkLst>
          <pc:docMk/>
          <pc:sldMk cId="0" sldId="256"/>
        </pc:sldMkLst>
        <pc:spChg chg="mod">
          <ac:chgData name="MELVIN THOPPIL" userId="3cfb968d1c4ac387" providerId="LiveId" clId="{F0D6B848-788A-4608-A89E-A4364133392A}" dt="2025-08-07T10:13:18.788" v="202" actId="6549"/>
          <ac:spMkLst>
            <pc:docMk/>
            <pc:sldMk cId="0" sldId="256"/>
            <ac:spMk id="2" creationId="{00000000-0000-0000-0000-000000000000}"/>
          </ac:spMkLst>
        </pc:spChg>
      </pc:sldChg>
      <pc:sldChg chg="addSp delSp modSp mod">
        <pc:chgData name="MELVIN THOPPIL" userId="3cfb968d1c4ac387" providerId="LiveId" clId="{F0D6B848-788A-4608-A89E-A4364133392A}" dt="2025-08-07T10:04:47.961" v="163" actId="1076"/>
        <pc:sldMkLst>
          <pc:docMk/>
          <pc:sldMk cId="0" sldId="260"/>
        </pc:sldMkLst>
        <pc:spChg chg="mod">
          <ac:chgData name="MELVIN THOPPIL" userId="3cfb968d1c4ac387" providerId="LiveId" clId="{F0D6B848-788A-4608-A89E-A4364133392A}" dt="2025-08-07T09:29:07.824" v="2" actId="20577"/>
          <ac:spMkLst>
            <pc:docMk/>
            <pc:sldMk cId="0" sldId="260"/>
            <ac:spMk id="2" creationId="{00000000-0000-0000-0000-000000000000}"/>
          </ac:spMkLst>
        </pc:spChg>
        <pc:spChg chg="mod">
          <ac:chgData name="MELVIN THOPPIL" userId="3cfb968d1c4ac387" providerId="LiveId" clId="{F0D6B848-788A-4608-A89E-A4364133392A}" dt="2025-08-07T10:04:47.961" v="163" actId="1076"/>
          <ac:spMkLst>
            <pc:docMk/>
            <pc:sldMk cId="0" sldId="260"/>
            <ac:spMk id="5" creationId="{9A9F9B61-BC75-6E1B-05F0-8F5EE82D3E8C}"/>
          </ac:spMkLst>
        </pc:spChg>
        <pc:graphicFrameChg chg="add mod">
          <ac:chgData name="MELVIN THOPPIL" userId="3cfb968d1c4ac387" providerId="LiveId" clId="{F0D6B848-788A-4608-A89E-A4364133392A}" dt="2025-08-07T09:36:51.099" v="51" actId="1076"/>
          <ac:graphicFrameMkLst>
            <pc:docMk/>
            <pc:sldMk cId="0" sldId="260"/>
            <ac:graphicFrameMk id="13" creationId="{8399FDC2-5BED-3D7C-98B8-D3BE99199570}"/>
          </ac:graphicFrameMkLst>
        </pc:graphicFrameChg>
      </pc:sldChg>
      <pc:sldChg chg="addSp delSp modSp mod">
        <pc:chgData name="MELVIN THOPPIL" userId="3cfb968d1c4ac387" providerId="LiveId" clId="{F0D6B848-788A-4608-A89E-A4364133392A}" dt="2025-08-07T10:04:52.443" v="164" actId="1076"/>
        <pc:sldMkLst>
          <pc:docMk/>
          <pc:sldMk cId="0" sldId="261"/>
        </pc:sldMkLst>
        <pc:spChg chg="mod">
          <ac:chgData name="MELVIN THOPPIL" userId="3cfb968d1c4ac387" providerId="LiveId" clId="{F0D6B848-788A-4608-A89E-A4364133392A}" dt="2025-08-07T09:29:13.453" v="5" actId="20577"/>
          <ac:spMkLst>
            <pc:docMk/>
            <pc:sldMk cId="0" sldId="261"/>
            <ac:spMk id="2" creationId="{00000000-0000-0000-0000-000000000000}"/>
          </ac:spMkLst>
        </pc:spChg>
        <pc:spChg chg="mod">
          <ac:chgData name="MELVIN THOPPIL" userId="3cfb968d1c4ac387" providerId="LiveId" clId="{F0D6B848-788A-4608-A89E-A4364133392A}" dt="2025-08-07T10:04:52.443" v="164" actId="1076"/>
          <ac:spMkLst>
            <pc:docMk/>
            <pc:sldMk cId="0" sldId="261"/>
            <ac:spMk id="3" creationId="{00000000-0000-0000-0000-000000000000}"/>
          </ac:spMkLst>
        </pc:spChg>
        <pc:graphicFrameChg chg="add mod">
          <ac:chgData name="MELVIN THOPPIL" userId="3cfb968d1c4ac387" providerId="LiveId" clId="{F0D6B848-788A-4608-A89E-A4364133392A}" dt="2025-08-07T09:41:24.417" v="63" actId="1076"/>
          <ac:graphicFrameMkLst>
            <pc:docMk/>
            <pc:sldMk cId="0" sldId="261"/>
            <ac:graphicFrameMk id="5" creationId="{1313CC0D-AC7F-6C2D-7DD7-D213D8DEA25D}"/>
          </ac:graphicFrameMkLst>
        </pc:graphicFrameChg>
      </pc:sldChg>
      <pc:sldChg chg="addSp delSp modSp mod">
        <pc:chgData name="MELVIN THOPPIL" userId="3cfb968d1c4ac387" providerId="LiveId" clId="{F0D6B848-788A-4608-A89E-A4364133392A}" dt="2025-08-07T10:05:37.461" v="167" actId="1076"/>
        <pc:sldMkLst>
          <pc:docMk/>
          <pc:sldMk cId="0" sldId="262"/>
        </pc:sldMkLst>
        <pc:spChg chg="mod">
          <ac:chgData name="MELVIN THOPPIL" userId="3cfb968d1c4ac387" providerId="LiveId" clId="{F0D6B848-788A-4608-A89E-A4364133392A}" dt="2025-08-07T09:29:18.215" v="7" actId="20577"/>
          <ac:spMkLst>
            <pc:docMk/>
            <pc:sldMk cId="0" sldId="262"/>
            <ac:spMk id="2" creationId="{00000000-0000-0000-0000-000000000000}"/>
          </ac:spMkLst>
        </pc:spChg>
        <pc:spChg chg="mod">
          <ac:chgData name="MELVIN THOPPIL" userId="3cfb968d1c4ac387" providerId="LiveId" clId="{F0D6B848-788A-4608-A89E-A4364133392A}" dt="2025-08-07T10:05:37.461" v="167" actId="1076"/>
          <ac:spMkLst>
            <pc:docMk/>
            <pc:sldMk cId="0" sldId="262"/>
            <ac:spMk id="3" creationId="{00000000-0000-0000-0000-000000000000}"/>
          </ac:spMkLst>
        </pc:spChg>
        <pc:graphicFrameChg chg="add mod">
          <ac:chgData name="MELVIN THOPPIL" userId="3cfb968d1c4ac387" providerId="LiveId" clId="{F0D6B848-788A-4608-A89E-A4364133392A}" dt="2025-08-07T09:42:37.233" v="69" actId="1076"/>
          <ac:graphicFrameMkLst>
            <pc:docMk/>
            <pc:sldMk cId="0" sldId="262"/>
            <ac:graphicFrameMk id="5" creationId="{C0C66367-2986-1625-4526-3BACE7340B69}"/>
          </ac:graphicFrameMkLst>
        </pc:graphicFrameChg>
      </pc:sldChg>
      <pc:sldChg chg="addSp delSp modSp mod">
        <pc:chgData name="MELVIN THOPPIL" userId="3cfb968d1c4ac387" providerId="LiveId" clId="{F0D6B848-788A-4608-A89E-A4364133392A}" dt="2025-08-07T10:03:29.264" v="162" actId="1076"/>
        <pc:sldMkLst>
          <pc:docMk/>
          <pc:sldMk cId="0" sldId="263"/>
        </pc:sldMkLst>
        <pc:spChg chg="mod">
          <ac:chgData name="MELVIN THOPPIL" userId="3cfb968d1c4ac387" providerId="LiveId" clId="{F0D6B848-788A-4608-A89E-A4364133392A}" dt="2025-08-07T09:29:24.200" v="10" actId="20577"/>
          <ac:spMkLst>
            <pc:docMk/>
            <pc:sldMk cId="0" sldId="263"/>
            <ac:spMk id="2" creationId="{00000000-0000-0000-0000-000000000000}"/>
          </ac:spMkLst>
        </pc:spChg>
        <pc:spChg chg="mod">
          <ac:chgData name="MELVIN THOPPIL" userId="3cfb968d1c4ac387" providerId="LiveId" clId="{F0D6B848-788A-4608-A89E-A4364133392A}" dt="2025-08-07T10:03:29.264" v="162" actId="1076"/>
          <ac:spMkLst>
            <pc:docMk/>
            <pc:sldMk cId="0" sldId="263"/>
            <ac:spMk id="3" creationId="{00000000-0000-0000-0000-000000000000}"/>
          </ac:spMkLst>
        </pc:spChg>
        <pc:graphicFrameChg chg="add del mod">
          <ac:chgData name="MELVIN THOPPIL" userId="3cfb968d1c4ac387" providerId="LiveId" clId="{F0D6B848-788A-4608-A89E-A4364133392A}" dt="2025-08-07T09:43:01.108" v="73" actId="1076"/>
          <ac:graphicFrameMkLst>
            <pc:docMk/>
            <pc:sldMk cId="0" sldId="263"/>
            <ac:graphicFrameMk id="4" creationId="{BBDBEF0E-96EE-8016-8494-EA9AA3E83C83}"/>
          </ac:graphicFrameMkLst>
        </pc:graphicFrameChg>
      </pc:sldChg>
      <pc:sldChg chg="addSp delSp modSp mod">
        <pc:chgData name="MELVIN THOPPIL" userId="3cfb968d1c4ac387" providerId="LiveId" clId="{F0D6B848-788A-4608-A89E-A4364133392A}" dt="2025-08-07T10:06:40.553" v="168" actId="1076"/>
        <pc:sldMkLst>
          <pc:docMk/>
          <pc:sldMk cId="0" sldId="264"/>
        </pc:sldMkLst>
        <pc:spChg chg="mod">
          <ac:chgData name="MELVIN THOPPIL" userId="3cfb968d1c4ac387" providerId="LiveId" clId="{F0D6B848-788A-4608-A89E-A4364133392A}" dt="2025-08-07T09:29:28.153" v="13" actId="20577"/>
          <ac:spMkLst>
            <pc:docMk/>
            <pc:sldMk cId="0" sldId="264"/>
            <ac:spMk id="2" creationId="{00000000-0000-0000-0000-000000000000}"/>
          </ac:spMkLst>
        </pc:spChg>
        <pc:spChg chg="mod">
          <ac:chgData name="MELVIN THOPPIL" userId="3cfb968d1c4ac387" providerId="LiveId" clId="{F0D6B848-788A-4608-A89E-A4364133392A}" dt="2025-08-07T10:06:40.553" v="168" actId="1076"/>
          <ac:spMkLst>
            <pc:docMk/>
            <pc:sldMk cId="0" sldId="264"/>
            <ac:spMk id="3" creationId="{00000000-0000-0000-0000-000000000000}"/>
          </ac:spMkLst>
        </pc:spChg>
        <pc:graphicFrameChg chg="add mod">
          <ac:chgData name="MELVIN THOPPIL" userId="3cfb968d1c4ac387" providerId="LiveId" clId="{F0D6B848-788A-4608-A89E-A4364133392A}" dt="2025-08-07T09:45:30.830" v="80" actId="1076"/>
          <ac:graphicFrameMkLst>
            <pc:docMk/>
            <pc:sldMk cId="0" sldId="264"/>
            <ac:graphicFrameMk id="5" creationId="{6DA764B2-2ED1-4C06-F802-110611B742AF}"/>
          </ac:graphicFrameMkLst>
        </pc:graphicFrameChg>
      </pc:sldChg>
      <pc:sldChg chg="addSp delSp modSp mod">
        <pc:chgData name="MELVIN THOPPIL" userId="3cfb968d1c4ac387" providerId="LiveId" clId="{F0D6B848-788A-4608-A89E-A4364133392A}" dt="2025-08-07T10:08:41.235" v="195" actId="20577"/>
        <pc:sldMkLst>
          <pc:docMk/>
          <pc:sldMk cId="0" sldId="265"/>
        </pc:sldMkLst>
        <pc:spChg chg="mod">
          <ac:chgData name="MELVIN THOPPIL" userId="3cfb968d1c4ac387" providerId="LiveId" clId="{F0D6B848-788A-4608-A89E-A4364133392A}" dt="2025-08-07T09:29:34.246" v="16" actId="20577"/>
          <ac:spMkLst>
            <pc:docMk/>
            <pc:sldMk cId="0" sldId="265"/>
            <ac:spMk id="2" creationId="{00000000-0000-0000-0000-000000000000}"/>
          </ac:spMkLst>
        </pc:spChg>
        <pc:spChg chg="mod">
          <ac:chgData name="MELVIN THOPPIL" userId="3cfb968d1c4ac387" providerId="LiveId" clId="{F0D6B848-788A-4608-A89E-A4364133392A}" dt="2025-08-07T10:08:41.235" v="195" actId="20577"/>
          <ac:spMkLst>
            <pc:docMk/>
            <pc:sldMk cId="0" sldId="265"/>
            <ac:spMk id="3" creationId="{00000000-0000-0000-0000-000000000000}"/>
          </ac:spMkLst>
        </pc:spChg>
        <pc:graphicFrameChg chg="add mod">
          <ac:chgData name="MELVIN THOPPIL" userId="3cfb968d1c4ac387" providerId="LiveId" clId="{F0D6B848-788A-4608-A89E-A4364133392A}" dt="2025-08-07T09:46:03.448" v="87" actId="1076"/>
          <ac:graphicFrameMkLst>
            <pc:docMk/>
            <pc:sldMk cId="0" sldId="265"/>
            <ac:graphicFrameMk id="5" creationId="{2731D991-CC5D-EFAB-BDEF-70311A75DEF3}"/>
          </ac:graphicFrameMkLst>
        </pc:graphicFrameChg>
      </pc:sldChg>
      <pc:sldChg chg="addSp delSp modSp mod">
        <pc:chgData name="MELVIN THOPPIL" userId="3cfb968d1c4ac387" providerId="LiveId" clId="{F0D6B848-788A-4608-A89E-A4364133392A}" dt="2025-08-07T10:07:55.880" v="180" actId="122"/>
        <pc:sldMkLst>
          <pc:docMk/>
          <pc:sldMk cId="0" sldId="266"/>
        </pc:sldMkLst>
        <pc:spChg chg="mod">
          <ac:chgData name="MELVIN THOPPIL" userId="3cfb968d1c4ac387" providerId="LiveId" clId="{F0D6B848-788A-4608-A89E-A4364133392A}" dt="2025-08-07T09:29:38.754" v="19" actId="20577"/>
          <ac:spMkLst>
            <pc:docMk/>
            <pc:sldMk cId="0" sldId="266"/>
            <ac:spMk id="2" creationId="{00000000-0000-0000-0000-000000000000}"/>
          </ac:spMkLst>
        </pc:spChg>
        <pc:spChg chg="mod">
          <ac:chgData name="MELVIN THOPPIL" userId="3cfb968d1c4ac387" providerId="LiveId" clId="{F0D6B848-788A-4608-A89E-A4364133392A}" dt="2025-08-07T10:07:55.880" v="180" actId="122"/>
          <ac:spMkLst>
            <pc:docMk/>
            <pc:sldMk cId="0" sldId="266"/>
            <ac:spMk id="3" creationId="{00000000-0000-0000-0000-000000000000}"/>
          </ac:spMkLst>
        </pc:spChg>
        <pc:graphicFrameChg chg="add mod">
          <ac:chgData name="MELVIN THOPPIL" userId="3cfb968d1c4ac387" providerId="LiveId" clId="{F0D6B848-788A-4608-A89E-A4364133392A}" dt="2025-08-07T09:46:27.963" v="92" actId="1076"/>
          <ac:graphicFrameMkLst>
            <pc:docMk/>
            <pc:sldMk cId="0" sldId="266"/>
            <ac:graphicFrameMk id="5" creationId="{C3D203E9-5639-F3C4-F6B2-543FCCE8FA58}"/>
          </ac:graphicFrameMkLst>
        </pc:graphicFrameChg>
      </pc:sldChg>
      <pc:sldChg chg="addSp delSp modSp mod">
        <pc:chgData name="MELVIN THOPPIL" userId="3cfb968d1c4ac387" providerId="LiveId" clId="{F0D6B848-788A-4608-A89E-A4364133392A}" dt="2025-08-07T10:08:32.417" v="191" actId="20577"/>
        <pc:sldMkLst>
          <pc:docMk/>
          <pc:sldMk cId="0" sldId="267"/>
        </pc:sldMkLst>
        <pc:spChg chg="mod">
          <ac:chgData name="MELVIN THOPPIL" userId="3cfb968d1c4ac387" providerId="LiveId" clId="{F0D6B848-788A-4608-A89E-A4364133392A}" dt="2025-08-07T09:29:44.453" v="22" actId="20577"/>
          <ac:spMkLst>
            <pc:docMk/>
            <pc:sldMk cId="0" sldId="267"/>
            <ac:spMk id="2" creationId="{00000000-0000-0000-0000-000000000000}"/>
          </ac:spMkLst>
        </pc:spChg>
        <pc:spChg chg="mod">
          <ac:chgData name="MELVIN THOPPIL" userId="3cfb968d1c4ac387" providerId="LiveId" clId="{F0D6B848-788A-4608-A89E-A4364133392A}" dt="2025-08-07T10:08:32.417" v="191" actId="20577"/>
          <ac:spMkLst>
            <pc:docMk/>
            <pc:sldMk cId="0" sldId="267"/>
            <ac:spMk id="3" creationId="{00000000-0000-0000-0000-000000000000}"/>
          </ac:spMkLst>
        </pc:spChg>
        <pc:graphicFrameChg chg="add mod">
          <ac:chgData name="MELVIN THOPPIL" userId="3cfb968d1c4ac387" providerId="LiveId" clId="{F0D6B848-788A-4608-A89E-A4364133392A}" dt="2025-08-07T09:52:04.658" v="119" actId="1076"/>
          <ac:graphicFrameMkLst>
            <pc:docMk/>
            <pc:sldMk cId="0" sldId="267"/>
            <ac:graphicFrameMk id="5" creationId="{1A2830B0-87A6-57A2-B447-97C8E0FE1337}"/>
          </ac:graphicFrameMkLst>
        </pc:graphicFrameChg>
      </pc:sldChg>
      <pc:sldChg chg="addSp delSp modSp mod">
        <pc:chgData name="MELVIN THOPPIL" userId="3cfb968d1c4ac387" providerId="LiveId" clId="{F0D6B848-788A-4608-A89E-A4364133392A}" dt="2025-08-07T10:10:35.759" v="201" actId="1076"/>
        <pc:sldMkLst>
          <pc:docMk/>
          <pc:sldMk cId="0" sldId="268"/>
        </pc:sldMkLst>
        <pc:spChg chg="mod">
          <ac:chgData name="MELVIN THOPPIL" userId="3cfb968d1c4ac387" providerId="LiveId" clId="{F0D6B848-788A-4608-A89E-A4364133392A}" dt="2025-08-07T09:29:49.724" v="25" actId="20577"/>
          <ac:spMkLst>
            <pc:docMk/>
            <pc:sldMk cId="0" sldId="268"/>
            <ac:spMk id="2" creationId="{00000000-0000-0000-0000-000000000000}"/>
          </ac:spMkLst>
        </pc:spChg>
        <pc:spChg chg="mod">
          <ac:chgData name="MELVIN THOPPIL" userId="3cfb968d1c4ac387" providerId="LiveId" clId="{F0D6B848-788A-4608-A89E-A4364133392A}" dt="2025-08-07T10:10:35.759" v="201" actId="1076"/>
          <ac:spMkLst>
            <pc:docMk/>
            <pc:sldMk cId="0" sldId="268"/>
            <ac:spMk id="3" creationId="{00000000-0000-0000-0000-000000000000}"/>
          </ac:spMkLst>
        </pc:spChg>
        <pc:graphicFrameChg chg="add mod">
          <ac:chgData name="MELVIN THOPPIL" userId="3cfb968d1c4ac387" providerId="LiveId" clId="{F0D6B848-788A-4608-A89E-A4364133392A}" dt="2025-08-07T09:47:37.322" v="103"/>
          <ac:graphicFrameMkLst>
            <pc:docMk/>
            <pc:sldMk cId="0" sldId="268"/>
            <ac:graphicFrameMk id="5" creationId="{4BE86345-F72C-F714-1FAE-6D494EE73D4D}"/>
          </ac:graphicFrameMkLst>
        </pc:graphicFrameChg>
      </pc:sldChg>
      <pc:sldChg chg="addSp delSp modSp mod">
        <pc:chgData name="MELVIN THOPPIL" userId="3cfb968d1c4ac387" providerId="LiveId" clId="{F0D6B848-788A-4608-A89E-A4364133392A}" dt="2025-08-13T14:13:54.282" v="228" actId="1076"/>
        <pc:sldMkLst>
          <pc:docMk/>
          <pc:sldMk cId="3325278434" sldId="270"/>
        </pc:sldMkLst>
        <pc:spChg chg="add mod">
          <ac:chgData name="MELVIN THOPPIL" userId="3cfb968d1c4ac387" providerId="LiveId" clId="{F0D6B848-788A-4608-A89E-A4364133392A}" dt="2025-08-07T09:56:25.336" v="120" actId="478"/>
          <ac:spMkLst>
            <pc:docMk/>
            <pc:sldMk cId="3325278434" sldId="270"/>
            <ac:spMk id="4" creationId="{67F9A8FD-5BCD-2FB0-EF32-8BE583ABD9F5}"/>
          </ac:spMkLst>
        </pc:spChg>
        <pc:picChg chg="add mod">
          <ac:chgData name="MELVIN THOPPIL" userId="3cfb968d1c4ac387" providerId="LiveId" clId="{F0D6B848-788A-4608-A89E-A4364133392A}" dt="2025-08-13T14:13:54.282" v="228" actId="1076"/>
          <ac:picMkLst>
            <pc:docMk/>
            <pc:sldMk cId="3325278434" sldId="270"/>
            <ac:picMk id="5" creationId="{707ED34D-FADE-7A25-DEDB-09309B297375}"/>
          </ac:picMkLst>
        </pc:picChg>
        <pc:picChg chg="add del mod">
          <ac:chgData name="MELVIN THOPPIL" userId="3cfb968d1c4ac387" providerId="LiveId" clId="{F0D6B848-788A-4608-A89E-A4364133392A}" dt="2025-08-13T14:13:22.974" v="222" actId="478"/>
          <ac:picMkLst>
            <pc:docMk/>
            <pc:sldMk cId="3325278434" sldId="270"/>
            <ac:picMk id="7" creationId="{B6D515C1-3E9E-6C5F-8BD5-8BF02F0D3160}"/>
          </ac:picMkLst>
        </pc:picChg>
      </pc:sldChg>
      <pc:sldChg chg="addSp delSp modSp new mod">
        <pc:chgData name="MELVIN THOPPIL" userId="3cfb968d1c4ac387" providerId="LiveId" clId="{F0D6B848-788A-4608-A89E-A4364133392A}" dt="2025-08-07T10:16:39.618" v="221" actId="5793"/>
        <pc:sldMkLst>
          <pc:docMk/>
          <pc:sldMk cId="1810174284" sldId="271"/>
        </pc:sldMkLst>
        <pc:spChg chg="mod">
          <ac:chgData name="MELVIN THOPPIL" userId="3cfb968d1c4ac387" providerId="LiveId" clId="{F0D6B848-788A-4608-A89E-A4364133392A}" dt="2025-08-07T09:56:50.140" v="135" actId="20577"/>
          <ac:spMkLst>
            <pc:docMk/>
            <pc:sldMk cId="1810174284" sldId="271"/>
            <ac:spMk id="2" creationId="{2C9E7191-91A3-321D-BE5A-FBEE6AFBBC4B}"/>
          </ac:spMkLst>
        </pc:spChg>
        <pc:spChg chg="add mod">
          <ac:chgData name="MELVIN THOPPIL" userId="3cfb968d1c4ac387" providerId="LiveId" clId="{F0D6B848-788A-4608-A89E-A4364133392A}" dt="2025-08-07T10:16:39.618" v="221" actId="5793"/>
          <ac:spMkLst>
            <pc:docMk/>
            <pc:sldMk cId="1810174284" sldId="271"/>
            <ac:spMk id="5" creationId="{4C1329F3-4553-04DD-2282-32F66737085B}"/>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3cfb968d1c4ac387/Documents/IT%20Ticket%20Analysis/Feedbacks%20FInal.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Charts!PivotTable20</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ticket IDs by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Charts'!$B$2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Charts'!$A$3:$A$8</c:f>
              <c:strCache>
                <c:ptCount val="5"/>
                <c:pt idx="0">
                  <c:v>2016</c:v>
                </c:pt>
                <c:pt idx="1">
                  <c:v>2017</c:v>
                </c:pt>
                <c:pt idx="2">
                  <c:v>2018</c:v>
                </c:pt>
                <c:pt idx="3">
                  <c:v>2019</c:v>
                </c:pt>
                <c:pt idx="4">
                  <c:v>2020</c:v>
                </c:pt>
              </c:strCache>
            </c:strRef>
          </c:cat>
          <c:val>
            <c:numRef>
              <c:f>'Dashboard Charts'!$B$3:$B$8</c:f>
              <c:numCache>
                <c:formatCode>General</c:formatCode>
                <c:ptCount val="5"/>
                <c:pt idx="0">
                  <c:v>13051</c:v>
                </c:pt>
                <c:pt idx="1">
                  <c:v>14915</c:v>
                </c:pt>
                <c:pt idx="2">
                  <c:v>18954</c:v>
                </c:pt>
                <c:pt idx="3">
                  <c:v>21490</c:v>
                </c:pt>
                <c:pt idx="4">
                  <c:v>29088</c:v>
                </c:pt>
              </c:numCache>
            </c:numRef>
          </c:val>
          <c:extLst>
            <c:ext xmlns:c16="http://schemas.microsoft.com/office/drawing/2014/chart" uri="{C3380CC4-5D6E-409C-BE32-E72D297353CC}">
              <c16:uniqueId val="{00000000-3F06-40F9-8D4B-07273395E990}"/>
            </c:ext>
          </c:extLst>
        </c:ser>
        <c:dLbls>
          <c:dLblPos val="outEnd"/>
          <c:showLegendKey val="0"/>
          <c:showVal val="1"/>
          <c:showCatName val="0"/>
          <c:showSerName val="0"/>
          <c:showPercent val="0"/>
          <c:showBubbleSize val="0"/>
        </c:dLbls>
        <c:gapWidth val="219"/>
        <c:overlap val="-27"/>
        <c:axId val="527963920"/>
        <c:axId val="527957200"/>
      </c:barChart>
      <c:catAx>
        <c:axId val="527963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57200"/>
        <c:crosses val="autoZero"/>
        <c:auto val="1"/>
        <c:lblAlgn val="ctr"/>
        <c:lblOffset val="100"/>
        <c:noMultiLvlLbl val="0"/>
      </c:catAx>
      <c:valAx>
        <c:axId val="527957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639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Charts!PivotTable21</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 of Tickets by Request Category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Charts'!$B$16</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Charts'!$A$17:$A$21</c:f>
              <c:strCache>
                <c:ptCount val="4"/>
                <c:pt idx="0">
                  <c:v>Hardware</c:v>
                </c:pt>
                <c:pt idx="1">
                  <c:v>Login Access</c:v>
                </c:pt>
                <c:pt idx="2">
                  <c:v>Software</c:v>
                </c:pt>
                <c:pt idx="3">
                  <c:v>System</c:v>
                </c:pt>
              </c:strCache>
            </c:strRef>
          </c:cat>
          <c:val>
            <c:numRef>
              <c:f>'Dashboard Charts'!$B$17:$B$21</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0-D1D5-4127-915F-F6916422F982}"/>
            </c:ext>
          </c:extLst>
        </c:ser>
        <c:dLbls>
          <c:dLblPos val="outEnd"/>
          <c:showLegendKey val="0"/>
          <c:showVal val="1"/>
          <c:showCatName val="0"/>
          <c:showSerName val="0"/>
          <c:showPercent val="0"/>
          <c:showBubbleSize val="0"/>
        </c:dLbls>
        <c:gapWidth val="219"/>
        <c:overlap val="-27"/>
        <c:axId val="527927440"/>
        <c:axId val="527927920"/>
      </c:barChart>
      <c:catAx>
        <c:axId val="527927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27920"/>
        <c:crosses val="autoZero"/>
        <c:auto val="1"/>
        <c:lblAlgn val="ctr"/>
        <c:lblOffset val="100"/>
        <c:noMultiLvlLbl val="0"/>
      </c:catAx>
      <c:valAx>
        <c:axId val="5279279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274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Charts!PivotTable22</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Satisfaction Rate by Time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'Dashboard Charts'!$B$28</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Charts'!$A$29:$A$34</c:f>
              <c:strCache>
                <c:ptCount val="5"/>
                <c:pt idx="0">
                  <c:v>2016</c:v>
                </c:pt>
                <c:pt idx="1">
                  <c:v>2017</c:v>
                </c:pt>
                <c:pt idx="2">
                  <c:v>2018</c:v>
                </c:pt>
                <c:pt idx="3">
                  <c:v>2019</c:v>
                </c:pt>
                <c:pt idx="4">
                  <c:v>2020</c:v>
                </c:pt>
              </c:strCache>
            </c:strRef>
          </c:cat>
          <c:val>
            <c:numRef>
              <c:f>'Dashboard Charts'!$B$29:$B$34</c:f>
              <c:numCache>
                <c:formatCode>General</c:formatCode>
                <c:ptCount val="5"/>
                <c:pt idx="0">
                  <c:v>3.9796950425254769</c:v>
                </c:pt>
                <c:pt idx="1">
                  <c:v>4.068119342943346</c:v>
                </c:pt>
                <c:pt idx="2">
                  <c:v>4.0918539622243326</c:v>
                </c:pt>
                <c:pt idx="3">
                  <c:v>4.1223825034899955</c:v>
                </c:pt>
                <c:pt idx="4">
                  <c:v>4.1612692519251926</c:v>
                </c:pt>
              </c:numCache>
            </c:numRef>
          </c:val>
          <c:smooth val="0"/>
          <c:extLst>
            <c:ext xmlns:c16="http://schemas.microsoft.com/office/drawing/2014/chart" uri="{C3380CC4-5D6E-409C-BE32-E72D297353CC}">
              <c16:uniqueId val="{00000000-90BA-42A0-909E-BFD64AB4E6AE}"/>
            </c:ext>
          </c:extLst>
        </c:ser>
        <c:dLbls>
          <c:dLblPos val="t"/>
          <c:showLegendKey val="0"/>
          <c:showVal val="1"/>
          <c:showCatName val="0"/>
          <c:showSerName val="0"/>
          <c:showPercent val="0"/>
          <c:showBubbleSize val="0"/>
        </c:dLbls>
        <c:marker val="1"/>
        <c:smooth val="0"/>
        <c:axId val="527970160"/>
        <c:axId val="527974960"/>
      </c:lineChart>
      <c:catAx>
        <c:axId val="527970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74960"/>
        <c:crosses val="autoZero"/>
        <c:auto val="1"/>
        <c:lblAlgn val="ctr"/>
        <c:lblOffset val="100"/>
        <c:noMultiLvlLbl val="0"/>
      </c:catAx>
      <c:valAx>
        <c:axId val="527974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701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Charts!PivotTable23</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Avg. Resolution Time by Request Category – Quarter-wise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Charts'!$B$43:$B$44</c:f>
              <c:strCache>
                <c:ptCount val="1"/>
                <c:pt idx="0">
                  <c:v>Hardware</c:v>
                </c:pt>
              </c:strCache>
            </c:strRef>
          </c:tx>
          <c:spPr>
            <a:solidFill>
              <a:schemeClr val="accent1"/>
            </a:solidFill>
            <a:ln>
              <a:noFill/>
            </a:ln>
            <a:effectLst/>
          </c:spPr>
          <c:invertIfNegative val="0"/>
          <c:cat>
            <c:multiLvlStrRef>
              <c:f>'Dashboard Charts'!$A$45:$A$70</c:f>
              <c:multiLvlStrCache>
                <c:ptCount val="20"/>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pt idx="16">
                    <c:v>Qtr1</c:v>
                  </c:pt>
                  <c:pt idx="17">
                    <c:v>Qtr2</c:v>
                  </c:pt>
                  <c:pt idx="18">
                    <c:v>Qtr3</c:v>
                  </c:pt>
                  <c:pt idx="19">
                    <c:v>Qtr4</c:v>
                  </c:pt>
                </c:lvl>
                <c:lvl>
                  <c:pt idx="0">
                    <c:v>2016</c:v>
                  </c:pt>
                  <c:pt idx="4">
                    <c:v>2017</c:v>
                  </c:pt>
                  <c:pt idx="8">
                    <c:v>2018</c:v>
                  </c:pt>
                  <c:pt idx="12">
                    <c:v>2019</c:v>
                  </c:pt>
                  <c:pt idx="16">
                    <c:v>2020</c:v>
                  </c:pt>
                </c:lvl>
              </c:multiLvlStrCache>
            </c:multiLvlStrRef>
          </c:cat>
          <c:val>
            <c:numRef>
              <c:f>'Dashboard Charts'!$B$45:$B$70</c:f>
              <c:numCache>
                <c:formatCode>General</c:formatCode>
                <c:ptCount val="20"/>
                <c:pt idx="0">
                  <c:v>7.7469512195121952</c:v>
                </c:pt>
                <c:pt idx="1">
                  <c:v>7.955223880597015</c:v>
                </c:pt>
                <c:pt idx="2">
                  <c:v>7.6485623003194885</c:v>
                </c:pt>
                <c:pt idx="3">
                  <c:v>7.6486486486486482</c:v>
                </c:pt>
                <c:pt idx="4">
                  <c:v>7.8813559322033901</c:v>
                </c:pt>
                <c:pt idx="5">
                  <c:v>7.4117647058823533</c:v>
                </c:pt>
                <c:pt idx="6">
                  <c:v>7.6325459317585302</c:v>
                </c:pt>
                <c:pt idx="7">
                  <c:v>7.6763157894736844</c:v>
                </c:pt>
                <c:pt idx="8">
                  <c:v>7.5094339622641506</c:v>
                </c:pt>
                <c:pt idx="9">
                  <c:v>7.7066115702479339</c:v>
                </c:pt>
                <c:pt idx="10">
                  <c:v>7.2772925764192138</c:v>
                </c:pt>
                <c:pt idx="11">
                  <c:v>7.4205020920502092</c:v>
                </c:pt>
                <c:pt idx="12">
                  <c:v>7.8248031496062991</c:v>
                </c:pt>
                <c:pt idx="13">
                  <c:v>7.6015473887814311</c:v>
                </c:pt>
                <c:pt idx="14">
                  <c:v>7.429577464788732</c:v>
                </c:pt>
                <c:pt idx="15">
                  <c:v>7.36443661971831</c:v>
                </c:pt>
                <c:pt idx="16">
                  <c:v>7.7545219638242893</c:v>
                </c:pt>
                <c:pt idx="17">
                  <c:v>7.7615606936416182</c:v>
                </c:pt>
                <c:pt idx="18">
                  <c:v>7.6575342465753424</c:v>
                </c:pt>
                <c:pt idx="19">
                  <c:v>7.666214382632293</c:v>
                </c:pt>
              </c:numCache>
            </c:numRef>
          </c:val>
          <c:extLst>
            <c:ext xmlns:c16="http://schemas.microsoft.com/office/drawing/2014/chart" uri="{C3380CC4-5D6E-409C-BE32-E72D297353CC}">
              <c16:uniqueId val="{00000000-C86C-48C4-81A6-7B22896D4C81}"/>
            </c:ext>
          </c:extLst>
        </c:ser>
        <c:ser>
          <c:idx val="1"/>
          <c:order val="1"/>
          <c:tx>
            <c:strRef>
              <c:f>'Dashboard Charts'!$C$43:$C$44</c:f>
              <c:strCache>
                <c:ptCount val="1"/>
                <c:pt idx="0">
                  <c:v>Login Access</c:v>
                </c:pt>
              </c:strCache>
            </c:strRef>
          </c:tx>
          <c:spPr>
            <a:solidFill>
              <a:schemeClr val="accent2"/>
            </a:solidFill>
            <a:ln>
              <a:noFill/>
            </a:ln>
            <a:effectLst/>
          </c:spPr>
          <c:invertIfNegative val="0"/>
          <c:cat>
            <c:multiLvlStrRef>
              <c:f>'Dashboard Charts'!$A$45:$A$70</c:f>
              <c:multiLvlStrCache>
                <c:ptCount val="20"/>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pt idx="16">
                    <c:v>Qtr1</c:v>
                  </c:pt>
                  <c:pt idx="17">
                    <c:v>Qtr2</c:v>
                  </c:pt>
                  <c:pt idx="18">
                    <c:v>Qtr3</c:v>
                  </c:pt>
                  <c:pt idx="19">
                    <c:v>Qtr4</c:v>
                  </c:pt>
                </c:lvl>
                <c:lvl>
                  <c:pt idx="0">
                    <c:v>2016</c:v>
                  </c:pt>
                  <c:pt idx="4">
                    <c:v>2017</c:v>
                  </c:pt>
                  <c:pt idx="8">
                    <c:v>2018</c:v>
                  </c:pt>
                  <c:pt idx="12">
                    <c:v>2019</c:v>
                  </c:pt>
                  <c:pt idx="16">
                    <c:v>2020</c:v>
                  </c:pt>
                </c:lvl>
              </c:multiLvlStrCache>
            </c:multiLvlStrRef>
          </c:cat>
          <c:val>
            <c:numRef>
              <c:f>'Dashboard Charts'!$C$45:$C$70</c:f>
              <c:numCache>
                <c:formatCode>General</c:formatCode>
                <c:ptCount val="20"/>
                <c:pt idx="0">
                  <c:v>0.3391933815925543</c:v>
                </c:pt>
                <c:pt idx="1">
                  <c:v>0.37718396711202468</c:v>
                </c:pt>
                <c:pt idx="2">
                  <c:v>0.28947368421052633</c:v>
                </c:pt>
                <c:pt idx="3">
                  <c:v>0.30784313725490198</c:v>
                </c:pt>
                <c:pt idx="4">
                  <c:v>0.33333333333333331</c:v>
                </c:pt>
                <c:pt idx="5">
                  <c:v>0.32707087959009395</c:v>
                </c:pt>
                <c:pt idx="6">
                  <c:v>0.31526648599819329</c:v>
                </c:pt>
                <c:pt idx="7">
                  <c:v>0.32876712328767121</c:v>
                </c:pt>
                <c:pt idx="8">
                  <c:v>0.27755749405233943</c:v>
                </c:pt>
                <c:pt idx="9">
                  <c:v>0.3222912353347136</c:v>
                </c:pt>
                <c:pt idx="10">
                  <c:v>0.35006605019815057</c:v>
                </c:pt>
                <c:pt idx="11">
                  <c:v>0.33287292817679559</c:v>
                </c:pt>
                <c:pt idx="12">
                  <c:v>0.31974110032362457</c:v>
                </c:pt>
                <c:pt idx="13">
                  <c:v>0.29208542713567837</c:v>
                </c:pt>
                <c:pt idx="14">
                  <c:v>0.3176612417118746</c:v>
                </c:pt>
                <c:pt idx="15">
                  <c:v>0.31042944785276072</c:v>
                </c:pt>
                <c:pt idx="16">
                  <c:v>0.29660622966062294</c:v>
                </c:pt>
                <c:pt idx="17">
                  <c:v>0.32250242483026187</c:v>
                </c:pt>
                <c:pt idx="18">
                  <c:v>0.29135687732342008</c:v>
                </c:pt>
                <c:pt idx="19">
                  <c:v>0.28334786399302531</c:v>
                </c:pt>
              </c:numCache>
            </c:numRef>
          </c:val>
          <c:extLst>
            <c:ext xmlns:c16="http://schemas.microsoft.com/office/drawing/2014/chart" uri="{C3380CC4-5D6E-409C-BE32-E72D297353CC}">
              <c16:uniqueId val="{00000001-C86C-48C4-81A6-7B22896D4C81}"/>
            </c:ext>
          </c:extLst>
        </c:ser>
        <c:ser>
          <c:idx val="2"/>
          <c:order val="2"/>
          <c:tx>
            <c:strRef>
              <c:f>'Dashboard Charts'!$D$43:$D$44</c:f>
              <c:strCache>
                <c:ptCount val="1"/>
                <c:pt idx="0">
                  <c:v>Software</c:v>
                </c:pt>
              </c:strCache>
            </c:strRef>
          </c:tx>
          <c:spPr>
            <a:solidFill>
              <a:schemeClr val="accent3"/>
            </a:solidFill>
            <a:ln>
              <a:noFill/>
            </a:ln>
            <a:effectLst/>
          </c:spPr>
          <c:invertIfNegative val="0"/>
          <c:cat>
            <c:multiLvlStrRef>
              <c:f>'Dashboard Charts'!$A$45:$A$70</c:f>
              <c:multiLvlStrCache>
                <c:ptCount val="20"/>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pt idx="16">
                    <c:v>Qtr1</c:v>
                  </c:pt>
                  <c:pt idx="17">
                    <c:v>Qtr2</c:v>
                  </c:pt>
                  <c:pt idx="18">
                    <c:v>Qtr3</c:v>
                  </c:pt>
                  <c:pt idx="19">
                    <c:v>Qtr4</c:v>
                  </c:pt>
                </c:lvl>
                <c:lvl>
                  <c:pt idx="0">
                    <c:v>2016</c:v>
                  </c:pt>
                  <c:pt idx="4">
                    <c:v>2017</c:v>
                  </c:pt>
                  <c:pt idx="8">
                    <c:v>2018</c:v>
                  </c:pt>
                  <c:pt idx="12">
                    <c:v>2019</c:v>
                  </c:pt>
                  <c:pt idx="16">
                    <c:v>2020</c:v>
                  </c:pt>
                </c:lvl>
              </c:multiLvlStrCache>
            </c:multiLvlStrRef>
          </c:cat>
          <c:val>
            <c:numRef>
              <c:f>'Dashboard Charts'!$D$45:$D$70</c:f>
              <c:numCache>
                <c:formatCode>General</c:formatCode>
                <c:ptCount val="20"/>
                <c:pt idx="0">
                  <c:v>5.1178247734138971</c:v>
                </c:pt>
                <c:pt idx="1">
                  <c:v>5.4820592823712948</c:v>
                </c:pt>
                <c:pt idx="2">
                  <c:v>4.9794117647058824</c:v>
                </c:pt>
                <c:pt idx="3">
                  <c:v>5.5268138801261832</c:v>
                </c:pt>
                <c:pt idx="4">
                  <c:v>5.2696629213483144</c:v>
                </c:pt>
                <c:pt idx="5">
                  <c:v>5.0680555555555555</c:v>
                </c:pt>
                <c:pt idx="6">
                  <c:v>5.1342281879194633</c:v>
                </c:pt>
                <c:pt idx="7">
                  <c:v>5.2275682704811439</c:v>
                </c:pt>
                <c:pt idx="8">
                  <c:v>5.1443538998835852</c:v>
                </c:pt>
                <c:pt idx="9">
                  <c:v>5.1772020725388597</c:v>
                </c:pt>
                <c:pt idx="10">
                  <c:v>5.1899383983572891</c:v>
                </c:pt>
                <c:pt idx="11">
                  <c:v>5.3329775880469583</c:v>
                </c:pt>
                <c:pt idx="12">
                  <c:v>5.3150943396226413</c:v>
                </c:pt>
                <c:pt idx="13">
                  <c:v>5.1915520628683698</c:v>
                </c:pt>
                <c:pt idx="14">
                  <c:v>5.2314893617021276</c:v>
                </c:pt>
                <c:pt idx="15">
                  <c:v>5.3301559792027726</c:v>
                </c:pt>
                <c:pt idx="16">
                  <c:v>5.2824106517168889</c:v>
                </c:pt>
                <c:pt idx="17">
                  <c:v>5.3575883575883578</c:v>
                </c:pt>
                <c:pt idx="18">
                  <c:v>5.1773636991028296</c:v>
                </c:pt>
                <c:pt idx="19">
                  <c:v>5.1934023285899098</c:v>
                </c:pt>
              </c:numCache>
            </c:numRef>
          </c:val>
          <c:extLst>
            <c:ext xmlns:c16="http://schemas.microsoft.com/office/drawing/2014/chart" uri="{C3380CC4-5D6E-409C-BE32-E72D297353CC}">
              <c16:uniqueId val="{00000002-C86C-48C4-81A6-7B22896D4C81}"/>
            </c:ext>
          </c:extLst>
        </c:ser>
        <c:ser>
          <c:idx val="3"/>
          <c:order val="3"/>
          <c:tx>
            <c:strRef>
              <c:f>'Dashboard Charts'!$E$43:$E$44</c:f>
              <c:strCache>
                <c:ptCount val="1"/>
                <c:pt idx="0">
                  <c:v>System</c:v>
                </c:pt>
              </c:strCache>
            </c:strRef>
          </c:tx>
          <c:spPr>
            <a:solidFill>
              <a:schemeClr val="accent4"/>
            </a:solidFill>
            <a:ln>
              <a:noFill/>
            </a:ln>
            <a:effectLst/>
          </c:spPr>
          <c:invertIfNegative val="0"/>
          <c:cat>
            <c:multiLvlStrRef>
              <c:f>'Dashboard Charts'!$A$45:$A$70</c:f>
              <c:multiLvlStrCache>
                <c:ptCount val="20"/>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pt idx="16">
                    <c:v>Qtr1</c:v>
                  </c:pt>
                  <c:pt idx="17">
                    <c:v>Qtr2</c:v>
                  </c:pt>
                  <c:pt idx="18">
                    <c:v>Qtr3</c:v>
                  </c:pt>
                  <c:pt idx="19">
                    <c:v>Qtr4</c:v>
                  </c:pt>
                </c:lvl>
                <c:lvl>
                  <c:pt idx="0">
                    <c:v>2016</c:v>
                  </c:pt>
                  <c:pt idx="4">
                    <c:v>2017</c:v>
                  </c:pt>
                  <c:pt idx="8">
                    <c:v>2018</c:v>
                  </c:pt>
                  <c:pt idx="12">
                    <c:v>2019</c:v>
                  </c:pt>
                  <c:pt idx="16">
                    <c:v>2020</c:v>
                  </c:pt>
                </c:lvl>
              </c:multiLvlStrCache>
            </c:multiLvlStrRef>
          </c:cat>
          <c:val>
            <c:numRef>
              <c:f>'Dashboard Charts'!$E$45:$E$70</c:f>
              <c:numCache>
                <c:formatCode>General</c:formatCode>
                <c:ptCount val="20"/>
                <c:pt idx="0">
                  <c:v>6.5504169825625471</c:v>
                </c:pt>
                <c:pt idx="1">
                  <c:v>6.4924012158054714</c:v>
                </c:pt>
                <c:pt idx="2">
                  <c:v>6.6577540106951876</c:v>
                </c:pt>
                <c:pt idx="3">
                  <c:v>6.548929663608563</c:v>
                </c:pt>
                <c:pt idx="4">
                  <c:v>6.6036801132342537</c:v>
                </c:pt>
                <c:pt idx="5">
                  <c:v>6.6488599348534203</c:v>
                </c:pt>
                <c:pt idx="6">
                  <c:v>6.5734501347708898</c:v>
                </c:pt>
                <c:pt idx="7">
                  <c:v>6.661962365591398</c:v>
                </c:pt>
                <c:pt idx="8">
                  <c:v>6.6556329849012776</c:v>
                </c:pt>
                <c:pt idx="9">
                  <c:v>6.7536800785083413</c:v>
                </c:pt>
                <c:pt idx="10">
                  <c:v>6.6880363452801612</c:v>
                </c:pt>
                <c:pt idx="11">
                  <c:v>6.5448521916411826</c:v>
                </c:pt>
                <c:pt idx="12">
                  <c:v>6.5907046476761622</c:v>
                </c:pt>
                <c:pt idx="13">
                  <c:v>6.6730864197530861</c:v>
                </c:pt>
                <c:pt idx="14">
                  <c:v>6.4576648841354727</c:v>
                </c:pt>
                <c:pt idx="15">
                  <c:v>6.4883198562443845</c:v>
                </c:pt>
                <c:pt idx="16">
                  <c:v>6.7253922967189732</c:v>
                </c:pt>
                <c:pt idx="17">
                  <c:v>6.6053285968028419</c:v>
                </c:pt>
                <c:pt idx="18">
                  <c:v>6.5765920826161786</c:v>
                </c:pt>
                <c:pt idx="19">
                  <c:v>6.7090440939813325</c:v>
                </c:pt>
              </c:numCache>
            </c:numRef>
          </c:val>
          <c:extLst>
            <c:ext xmlns:c16="http://schemas.microsoft.com/office/drawing/2014/chart" uri="{C3380CC4-5D6E-409C-BE32-E72D297353CC}">
              <c16:uniqueId val="{00000003-C86C-48C4-81A6-7B22896D4C81}"/>
            </c:ext>
          </c:extLst>
        </c:ser>
        <c:dLbls>
          <c:showLegendKey val="0"/>
          <c:showVal val="0"/>
          <c:showCatName val="0"/>
          <c:showSerName val="0"/>
          <c:showPercent val="0"/>
          <c:showBubbleSize val="0"/>
        </c:dLbls>
        <c:gapWidth val="219"/>
        <c:overlap val="-27"/>
        <c:axId val="527977360"/>
        <c:axId val="527958640"/>
      </c:barChart>
      <c:catAx>
        <c:axId val="527977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58640"/>
        <c:crosses val="autoZero"/>
        <c:auto val="1"/>
        <c:lblAlgn val="ctr"/>
        <c:lblOffset val="100"/>
        <c:noMultiLvlLbl val="0"/>
      </c:catAx>
      <c:valAx>
        <c:axId val="527958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773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Charts!PivotTable24</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Satisfaction Rate by Age Group</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'Dashboard Charts'!$B$74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Charts'!$A$75:$A$79</c:f>
              <c:strCache>
                <c:ptCount val="4"/>
                <c:pt idx="0">
                  <c:v>&lt;30</c:v>
                </c:pt>
                <c:pt idx="1">
                  <c:v>30-39</c:v>
                </c:pt>
                <c:pt idx="2">
                  <c:v>40-49</c:v>
                </c:pt>
                <c:pt idx="3">
                  <c:v>50+</c:v>
                </c:pt>
              </c:strCache>
            </c:strRef>
          </c:cat>
          <c:val>
            <c:numRef>
              <c:f>'Dashboard Charts'!$B$75:$B$79</c:f>
              <c:numCache>
                <c:formatCode>General</c:formatCode>
                <c:ptCount val="4"/>
                <c:pt idx="0">
                  <c:v>4.2594090202177295</c:v>
                </c:pt>
                <c:pt idx="1">
                  <c:v>4.0951544383045322</c:v>
                </c:pt>
                <c:pt idx="2">
                  <c:v>4.0505602240896357</c:v>
                </c:pt>
                <c:pt idx="3">
                  <c:v>4.1580329782576975</c:v>
                </c:pt>
              </c:numCache>
            </c:numRef>
          </c:val>
          <c:extLst>
            <c:ext xmlns:c16="http://schemas.microsoft.com/office/drawing/2014/chart" uri="{C3380CC4-5D6E-409C-BE32-E72D297353CC}">
              <c16:uniqueId val="{00000000-B1A6-4DCD-8EEB-2215D579500E}"/>
            </c:ext>
          </c:extLst>
        </c:ser>
        <c:dLbls>
          <c:dLblPos val="outEnd"/>
          <c:showLegendKey val="0"/>
          <c:showVal val="1"/>
          <c:showCatName val="0"/>
          <c:showSerName val="0"/>
          <c:showPercent val="0"/>
          <c:showBubbleSize val="0"/>
        </c:dLbls>
        <c:gapWidth val="182"/>
        <c:axId val="527950000"/>
        <c:axId val="527971600"/>
      </c:barChart>
      <c:catAx>
        <c:axId val="5279500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71600"/>
        <c:crosses val="autoZero"/>
        <c:auto val="1"/>
        <c:lblAlgn val="ctr"/>
        <c:lblOffset val="100"/>
        <c:noMultiLvlLbl val="0"/>
      </c:catAx>
      <c:valAx>
        <c:axId val="5279716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500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Charts!PivotTable25</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Ticket Count by Severity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Charts'!$B$86</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Charts'!$A$87:$A$92</c:f>
              <c:strCache>
                <c:ptCount val="5"/>
                <c:pt idx="0">
                  <c:v>0 - Unclasified</c:v>
                </c:pt>
                <c:pt idx="1">
                  <c:v>1 - Minor</c:v>
                </c:pt>
                <c:pt idx="2">
                  <c:v>2 - Normal</c:v>
                </c:pt>
                <c:pt idx="3">
                  <c:v>3 - Mayor</c:v>
                </c:pt>
                <c:pt idx="4">
                  <c:v>4 - Urgent</c:v>
                </c:pt>
              </c:strCache>
            </c:strRef>
          </c:cat>
          <c:val>
            <c:numRef>
              <c:f>'Dashboard Charts'!$B$87:$B$92</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DC22-4F55-8DBC-CCBD40237AC7}"/>
            </c:ext>
          </c:extLst>
        </c:ser>
        <c:dLbls>
          <c:dLblPos val="outEnd"/>
          <c:showLegendKey val="0"/>
          <c:showVal val="1"/>
          <c:showCatName val="0"/>
          <c:showSerName val="0"/>
          <c:showPercent val="0"/>
          <c:showBubbleSize val="0"/>
        </c:dLbls>
        <c:gapWidth val="219"/>
        <c:overlap val="-27"/>
        <c:axId val="527975920"/>
        <c:axId val="527959600"/>
      </c:barChart>
      <c:catAx>
        <c:axId val="527975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59600"/>
        <c:crosses val="autoZero"/>
        <c:auto val="1"/>
        <c:lblAlgn val="ctr"/>
        <c:lblOffset val="100"/>
        <c:noMultiLvlLbl val="0"/>
      </c:catAx>
      <c:valAx>
        <c:axId val="5279596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759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Charts!PivotTable26</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Ticket Count by priority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Charts'!$B$99</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Charts'!$A$100:$A$104</c:f>
              <c:strCache>
                <c:ptCount val="4"/>
                <c:pt idx="0">
                  <c:v>0 - Unassigned</c:v>
                </c:pt>
                <c:pt idx="1">
                  <c:v>1 - Low</c:v>
                </c:pt>
                <c:pt idx="2">
                  <c:v>2 - Mid</c:v>
                </c:pt>
                <c:pt idx="3">
                  <c:v>3 - High</c:v>
                </c:pt>
              </c:strCache>
            </c:strRef>
          </c:cat>
          <c:val>
            <c:numRef>
              <c:f>'Dashboard Charts'!$B$100:$B$104</c:f>
              <c:numCache>
                <c:formatCode>General</c:formatCode>
                <c:ptCount val="4"/>
                <c:pt idx="0">
                  <c:v>29410</c:v>
                </c:pt>
                <c:pt idx="1">
                  <c:v>16694</c:v>
                </c:pt>
                <c:pt idx="2">
                  <c:v>15845</c:v>
                </c:pt>
                <c:pt idx="3">
                  <c:v>35549</c:v>
                </c:pt>
              </c:numCache>
            </c:numRef>
          </c:val>
          <c:extLst>
            <c:ext xmlns:c16="http://schemas.microsoft.com/office/drawing/2014/chart" uri="{C3380CC4-5D6E-409C-BE32-E72D297353CC}">
              <c16:uniqueId val="{00000000-C4C0-4C2B-847B-62E0C2CEE8BE}"/>
            </c:ext>
          </c:extLst>
        </c:ser>
        <c:dLbls>
          <c:dLblPos val="outEnd"/>
          <c:showLegendKey val="0"/>
          <c:showVal val="1"/>
          <c:showCatName val="0"/>
          <c:showSerName val="0"/>
          <c:showPercent val="0"/>
          <c:showBubbleSize val="0"/>
        </c:dLbls>
        <c:gapWidth val="219"/>
        <c:overlap val="-27"/>
        <c:axId val="527926000"/>
        <c:axId val="527972080"/>
      </c:barChart>
      <c:catAx>
        <c:axId val="5279260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72080"/>
        <c:crosses val="autoZero"/>
        <c:auto val="1"/>
        <c:lblAlgn val="ctr"/>
        <c:lblOffset val="100"/>
        <c:noMultiLvlLbl val="0"/>
      </c:catAx>
      <c:valAx>
        <c:axId val="527972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79260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Charts!PivotTable2</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Distribution</a:t>
            </a:r>
            <a:r>
              <a:rPr lang="en-US" baseline="0"/>
              <a:t> of Satisfaction rate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Charts'!$H$127</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Charts'!$G$128:$G$133</c:f>
              <c:strCache>
                <c:ptCount val="5"/>
                <c:pt idx="0">
                  <c:v>1</c:v>
                </c:pt>
                <c:pt idx="1">
                  <c:v>2</c:v>
                </c:pt>
                <c:pt idx="2">
                  <c:v>3</c:v>
                </c:pt>
                <c:pt idx="3">
                  <c:v>4</c:v>
                </c:pt>
                <c:pt idx="4">
                  <c:v>5</c:v>
                </c:pt>
              </c:strCache>
            </c:strRef>
          </c:cat>
          <c:val>
            <c:numRef>
              <c:f>'Dashboard Charts'!$H$128:$H$133</c:f>
              <c:numCache>
                <c:formatCode>General</c:formatCode>
                <c:ptCount val="5"/>
                <c:pt idx="0">
                  <c:v>9907</c:v>
                </c:pt>
                <c:pt idx="1">
                  <c:v>1977</c:v>
                </c:pt>
                <c:pt idx="2">
                  <c:v>7282</c:v>
                </c:pt>
                <c:pt idx="3">
                  <c:v>27562</c:v>
                </c:pt>
                <c:pt idx="4">
                  <c:v>50770</c:v>
                </c:pt>
              </c:numCache>
            </c:numRef>
          </c:val>
          <c:extLst>
            <c:ext xmlns:c16="http://schemas.microsoft.com/office/drawing/2014/chart" uri="{C3380CC4-5D6E-409C-BE32-E72D297353CC}">
              <c16:uniqueId val="{00000000-61EC-4DF1-812E-1DCED14041BE}"/>
            </c:ext>
          </c:extLst>
        </c:ser>
        <c:dLbls>
          <c:dLblPos val="outEnd"/>
          <c:showLegendKey val="0"/>
          <c:showVal val="1"/>
          <c:showCatName val="0"/>
          <c:showSerName val="0"/>
          <c:showPercent val="0"/>
          <c:showBubbleSize val="0"/>
        </c:dLbls>
        <c:gapWidth val="219"/>
        <c:overlap val="-27"/>
        <c:axId val="157498639"/>
        <c:axId val="157493839"/>
      </c:barChart>
      <c:catAx>
        <c:axId val="157498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493839"/>
        <c:crosses val="autoZero"/>
        <c:auto val="1"/>
        <c:lblAlgn val="ctr"/>
        <c:lblOffset val="100"/>
        <c:noMultiLvlLbl val="0"/>
      </c:catAx>
      <c:valAx>
        <c:axId val="1574938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74986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[Feedbacks FInal.xlsx]Dashboard Charts!PivotTable1</c:name>
    <c:fmtId val="1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Distribution Of Resolution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 Charts'!$H$111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 Charts'!$G$112:$G$119</c:f>
              <c:strCache>
                <c:ptCount val="7"/>
                <c:pt idx="0">
                  <c:v>0-2</c:v>
                </c:pt>
                <c:pt idx="1">
                  <c:v>3-5</c:v>
                </c:pt>
                <c:pt idx="2">
                  <c:v>6-8</c:v>
                </c:pt>
                <c:pt idx="3">
                  <c:v>9-11</c:v>
                </c:pt>
                <c:pt idx="4">
                  <c:v>12-14</c:v>
                </c:pt>
                <c:pt idx="5">
                  <c:v>15-17</c:v>
                </c:pt>
                <c:pt idx="6">
                  <c:v>18-21</c:v>
                </c:pt>
              </c:strCache>
            </c:strRef>
          </c:cat>
          <c:val>
            <c:numRef>
              <c:f>'Dashboard Charts'!$H$112:$H$119</c:f>
              <c:numCache>
                <c:formatCode>General</c:formatCode>
                <c:ptCount val="7"/>
                <c:pt idx="0">
                  <c:v>40814</c:v>
                </c:pt>
                <c:pt idx="1">
                  <c:v>19908</c:v>
                </c:pt>
                <c:pt idx="2">
                  <c:v>19234</c:v>
                </c:pt>
                <c:pt idx="3">
                  <c:v>9370</c:v>
                </c:pt>
                <c:pt idx="4">
                  <c:v>4833</c:v>
                </c:pt>
                <c:pt idx="5">
                  <c:v>3081</c:v>
                </c:pt>
                <c:pt idx="6">
                  <c:v>258</c:v>
                </c:pt>
              </c:numCache>
            </c:numRef>
          </c:val>
          <c:extLst>
            <c:ext xmlns:c16="http://schemas.microsoft.com/office/drawing/2014/chart" uri="{C3380CC4-5D6E-409C-BE32-E72D297353CC}">
              <c16:uniqueId val="{00000000-293B-4832-BB30-0144BAC82158}"/>
            </c:ext>
          </c:extLst>
        </c:ser>
        <c:dLbls>
          <c:dLblPos val="outEnd"/>
          <c:showLegendKey val="0"/>
          <c:showVal val="1"/>
          <c:showCatName val="0"/>
          <c:showSerName val="0"/>
          <c:showPercent val="0"/>
          <c:showBubbleSize val="0"/>
        </c:dLbls>
        <c:gapWidth val="219"/>
        <c:overlap val="-27"/>
        <c:axId val="165743551"/>
        <c:axId val="165740671"/>
      </c:barChart>
      <c:catAx>
        <c:axId val="165743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740671"/>
        <c:crosses val="autoZero"/>
        <c:auto val="1"/>
        <c:lblAlgn val="ctr"/>
        <c:lblOffset val="100"/>
        <c:noMultiLvlLbl val="0"/>
      </c:catAx>
      <c:valAx>
        <c:axId val="1657406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7435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lumMod val="40000"/>
        <a:lumOff val="6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0193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4669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0052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8995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9382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822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3/23/2026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4850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0264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1543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14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3403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3/23/2026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67098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IT Ticket Analysis</a:t>
            </a:r>
          </a:p>
        </p:txBody>
      </p:sp>
      <p:sp>
        <p:nvSpPr>
          <p:cNvPr id="3" name="Subtitle 2"/>
          <p:cNvSpPr>
            <a:spLocks noGrp="1"/>
          </p:cNvSpPr>
          <p:nvPr>
            <p:ph type="subTitle" idx="1"/>
          </p:nvPr>
        </p:nvSpPr>
        <p:spPr>
          <a:xfrm>
            <a:off x="6095128" y="5370232"/>
            <a:ext cx="7543800" cy="1143000"/>
          </a:xfrm>
        </p:spPr>
        <p:txBody>
          <a:bodyPr/>
          <a:lstStyle/>
          <a:p>
            <a:r>
              <a:rPr lang="en-US" dirty="0"/>
              <a:t>~ Joel Iman 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How can we optimize IT support operations using insights derived from ticketing data?</a:t>
            </a:r>
          </a:p>
          <a:p>
            <a:r>
              <a:t>Our goal is to identify inefficiencies, assess agent performance, and guide decisions on staffing and training.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About the Data</a:t>
            </a:r>
          </a:p>
        </p:txBody>
      </p:sp>
      <p:sp>
        <p:nvSpPr>
          <p:cNvPr id="3" name="Content Placeholder 2"/>
          <p:cNvSpPr>
            <a:spLocks noGrp="1"/>
          </p:cNvSpPr>
          <p:nvPr>
            <p:ph idx="1"/>
          </p:nvPr>
        </p:nvSpPr>
        <p:spPr/>
        <p:txBody>
          <a:bodyPr/>
          <a:lstStyle/>
          <a:p>
            <a:r>
              <a:t>The dataset includes IT ticket logs from 2016 to 2020.</a:t>
            </a:r>
          </a:p>
          <a:p>
            <a:r>
              <a:t>It covers attributes like ticket ID, category, resolution time, priority, satisfaction rating, severity, and agent details.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KPI &amp; Filter Overview</a:t>
            </a:r>
          </a:p>
        </p:txBody>
      </p:sp>
      <p:sp>
        <p:nvSpPr>
          <p:cNvPr id="3" name="Content Placeholder 2"/>
          <p:cNvSpPr>
            <a:spLocks noGrp="1"/>
          </p:cNvSpPr>
          <p:nvPr>
            <p:ph idx="1"/>
          </p:nvPr>
        </p:nvSpPr>
        <p:spPr/>
        <p:txBody>
          <a:bodyPr/>
          <a:lstStyle/>
          <a:p>
            <a:r>
              <a:rPr dirty="0"/>
              <a:t>• Total Tickets: 97,498</a:t>
            </a:r>
          </a:p>
          <a:p>
            <a:r>
              <a:rPr dirty="0"/>
              <a:t>• Avg. Satisfaction Rate: 4.1</a:t>
            </a:r>
          </a:p>
          <a:p>
            <a:r>
              <a:rPr dirty="0"/>
              <a:t>• Total Agents: 50</a:t>
            </a:r>
          </a:p>
          <a:p>
            <a:r>
              <a:rPr dirty="0"/>
              <a:t>Interactive slicers: Priority and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 Count of Ticket IDs Over Time</a:t>
            </a:r>
          </a:p>
        </p:txBody>
      </p:sp>
      <p:sp>
        <p:nvSpPr>
          <p:cNvPr id="5" name="TextBox 4">
            <a:extLst>
              <a:ext uri="{FF2B5EF4-FFF2-40B4-BE49-F238E27FC236}">
                <a16:creationId xmlns:a16="http://schemas.microsoft.com/office/drawing/2014/main" id="{9A9F9B61-BC75-6E1B-05F0-8F5EE82D3E8C}"/>
              </a:ext>
            </a:extLst>
          </p:cNvPr>
          <p:cNvSpPr txBox="1"/>
          <p:nvPr/>
        </p:nvSpPr>
        <p:spPr>
          <a:xfrm>
            <a:off x="737315" y="4680373"/>
            <a:ext cx="7669369" cy="1200329"/>
          </a:xfrm>
          <a:prstGeom prst="rect">
            <a:avLst/>
          </a:prstGeom>
          <a:noFill/>
        </p:spPr>
        <p:txBody>
          <a:bodyPr wrap="square" rtlCol="0">
            <a:spAutoFit/>
          </a:bodyPr>
          <a:lstStyle/>
          <a:p>
            <a:pPr algn="ctr"/>
            <a:r>
              <a:rPr lang="en-US" dirty="0"/>
              <a:t>This column chart tracks the number of tickets created each year from 2016 to 2020. There is a noticeable upward trend, with the highest volume seen in 2020. This indicates increasing demand for IT support services and helps forecast future workload and resource planning.</a:t>
            </a:r>
            <a:endParaRPr lang="en-IN" dirty="0"/>
          </a:p>
        </p:txBody>
      </p:sp>
      <p:graphicFrame>
        <p:nvGraphicFramePr>
          <p:cNvPr id="13" name="Content Placeholder 12">
            <a:extLst>
              <a:ext uri="{FF2B5EF4-FFF2-40B4-BE49-F238E27FC236}">
                <a16:creationId xmlns:a16="http://schemas.microsoft.com/office/drawing/2014/main" id="{8399FDC2-5BED-3D7C-98B8-D3BE99199570}"/>
              </a:ext>
            </a:extLst>
          </p:cNvPr>
          <p:cNvGraphicFramePr>
            <a:graphicFrameLocks noGrp="1"/>
          </p:cNvGraphicFramePr>
          <p:nvPr>
            <p:ph idx="1"/>
            <p:extLst>
              <p:ext uri="{D42A27DB-BD31-4B8C-83A1-F6EECF244321}">
                <p14:modId xmlns:p14="http://schemas.microsoft.com/office/powerpoint/2010/main" val="880328305"/>
              </p:ext>
            </p:extLst>
          </p:nvPr>
        </p:nvGraphicFramePr>
        <p:xfrm>
          <a:off x="2176049" y="1846264"/>
          <a:ext cx="4791902" cy="260982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Ticket Count by Request Category</a:t>
            </a:r>
          </a:p>
        </p:txBody>
      </p:sp>
      <p:sp>
        <p:nvSpPr>
          <p:cNvPr id="3" name="Content Placeholder 2"/>
          <p:cNvSpPr>
            <a:spLocks noGrp="1"/>
          </p:cNvSpPr>
          <p:nvPr>
            <p:ph idx="1"/>
          </p:nvPr>
        </p:nvSpPr>
        <p:spPr>
          <a:xfrm>
            <a:off x="480060" y="4761415"/>
            <a:ext cx="8229600" cy="1450757"/>
          </a:xfrm>
        </p:spPr>
        <p:txBody>
          <a:bodyPr>
            <a:normAutofit/>
          </a:bodyPr>
          <a:lstStyle/>
          <a:p>
            <a:pPr marL="0" indent="0" algn="ctr">
              <a:buNone/>
            </a:pPr>
            <a:r>
              <a:rPr lang="en-US" sz="1800" dirty="0"/>
              <a:t>This chart displays the distribution of tickets across various request types such as hardware, software, and access-related issues. It helps identify which categories receive the most support requests, allowing IT managers to focus improvements and resource allocation where it matters most.</a:t>
            </a:r>
            <a:endParaRPr sz="1800" dirty="0"/>
          </a:p>
        </p:txBody>
      </p:sp>
      <p:graphicFrame>
        <p:nvGraphicFramePr>
          <p:cNvPr id="5" name="Chart 4">
            <a:extLst>
              <a:ext uri="{FF2B5EF4-FFF2-40B4-BE49-F238E27FC236}">
                <a16:creationId xmlns:a16="http://schemas.microsoft.com/office/drawing/2014/main" id="{1313CC0D-AC7F-6C2D-7DD7-D213D8DEA25D}"/>
              </a:ext>
            </a:extLst>
          </p:cNvPr>
          <p:cNvGraphicFramePr>
            <a:graphicFrameLocks/>
          </p:cNvGraphicFramePr>
          <p:nvPr>
            <p:extLst>
              <p:ext uri="{D42A27DB-BD31-4B8C-83A1-F6EECF244321}">
                <p14:modId xmlns:p14="http://schemas.microsoft.com/office/powerpoint/2010/main" val="3367943918"/>
              </p:ext>
            </p:extLst>
          </p:nvPr>
        </p:nvGraphicFramePr>
        <p:xfrm>
          <a:off x="1552232" y="1864887"/>
          <a:ext cx="6039535" cy="269423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 Satisfaction Rate by Time</a:t>
            </a:r>
          </a:p>
        </p:txBody>
      </p:sp>
      <p:sp>
        <p:nvSpPr>
          <p:cNvPr id="3" name="Content Placeholder 2"/>
          <p:cNvSpPr>
            <a:spLocks noGrp="1"/>
          </p:cNvSpPr>
          <p:nvPr>
            <p:ph idx="1"/>
          </p:nvPr>
        </p:nvSpPr>
        <p:spPr>
          <a:xfrm>
            <a:off x="457199" y="4736083"/>
            <a:ext cx="8229600" cy="1270949"/>
          </a:xfrm>
        </p:spPr>
        <p:txBody>
          <a:bodyPr>
            <a:normAutofit/>
          </a:bodyPr>
          <a:lstStyle/>
          <a:p>
            <a:pPr marL="0" indent="0" algn="ctr">
              <a:buNone/>
            </a:pPr>
            <a:r>
              <a:rPr lang="en-US" sz="1800" dirty="0"/>
              <a:t>This line chart shows the trend of average satisfaction rates over the years. A steady improvement in satisfaction scores indicates that service quality is increasing. This can help justify investments made in support processes and guide further refinements.</a:t>
            </a:r>
            <a:endParaRPr sz="1800" dirty="0"/>
          </a:p>
        </p:txBody>
      </p:sp>
      <p:graphicFrame>
        <p:nvGraphicFramePr>
          <p:cNvPr id="5" name="Chart 4">
            <a:extLst>
              <a:ext uri="{FF2B5EF4-FFF2-40B4-BE49-F238E27FC236}">
                <a16:creationId xmlns:a16="http://schemas.microsoft.com/office/drawing/2014/main" id="{C0C66367-2986-1625-4526-3BACE7340B69}"/>
              </a:ext>
            </a:extLst>
          </p:cNvPr>
          <p:cNvGraphicFramePr>
            <a:graphicFrameLocks/>
          </p:cNvGraphicFramePr>
          <p:nvPr>
            <p:extLst>
              <p:ext uri="{D42A27DB-BD31-4B8C-83A1-F6EECF244321}">
                <p14:modId xmlns:p14="http://schemas.microsoft.com/office/powerpoint/2010/main" val="2623546950"/>
              </p:ext>
            </p:extLst>
          </p:nvPr>
        </p:nvGraphicFramePr>
        <p:xfrm>
          <a:off x="1622134" y="1937331"/>
          <a:ext cx="5899731" cy="259878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Avg. Resolution Time by Category (Quarter-wise)</a:t>
            </a:r>
          </a:p>
        </p:txBody>
      </p:sp>
      <p:sp>
        <p:nvSpPr>
          <p:cNvPr id="3" name="Content Placeholder 2"/>
          <p:cNvSpPr>
            <a:spLocks noGrp="1"/>
          </p:cNvSpPr>
          <p:nvPr>
            <p:ph idx="1"/>
          </p:nvPr>
        </p:nvSpPr>
        <p:spPr>
          <a:xfrm>
            <a:off x="457199" y="4781242"/>
            <a:ext cx="8229600" cy="1362183"/>
          </a:xfrm>
        </p:spPr>
        <p:txBody>
          <a:bodyPr>
            <a:normAutofit/>
          </a:bodyPr>
          <a:lstStyle/>
          <a:p>
            <a:pPr marL="0" indent="0" algn="ctr">
              <a:buNone/>
            </a:pPr>
            <a:r>
              <a:rPr lang="en-US" sz="1800" dirty="0"/>
              <a:t>This chart provides a breakdown of how quickly tickets in each category are resolved across different quarters. Categories with consistently high resolution times may require workflow optimizations, automation, or targeted training to improve efficiency.</a:t>
            </a:r>
            <a:endParaRPr sz="1800" dirty="0"/>
          </a:p>
        </p:txBody>
      </p:sp>
      <p:graphicFrame>
        <p:nvGraphicFramePr>
          <p:cNvPr id="4" name="Chart 3">
            <a:extLst>
              <a:ext uri="{FF2B5EF4-FFF2-40B4-BE49-F238E27FC236}">
                <a16:creationId xmlns:a16="http://schemas.microsoft.com/office/drawing/2014/main" id="{BBDBEF0E-96EE-8016-8494-EA9AA3E83C83}"/>
              </a:ext>
            </a:extLst>
          </p:cNvPr>
          <p:cNvGraphicFramePr>
            <a:graphicFrameLocks/>
          </p:cNvGraphicFramePr>
          <p:nvPr>
            <p:extLst>
              <p:ext uri="{D42A27DB-BD31-4B8C-83A1-F6EECF244321}">
                <p14:modId xmlns:p14="http://schemas.microsoft.com/office/powerpoint/2010/main" val="312477064"/>
              </p:ext>
            </p:extLst>
          </p:nvPr>
        </p:nvGraphicFramePr>
        <p:xfrm>
          <a:off x="1162318" y="1985240"/>
          <a:ext cx="6819363" cy="254812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Satisfaction Rate by Age Group</a:t>
            </a:r>
          </a:p>
        </p:txBody>
      </p:sp>
      <p:sp>
        <p:nvSpPr>
          <p:cNvPr id="3" name="Content Placeholder 2"/>
          <p:cNvSpPr>
            <a:spLocks noGrp="1"/>
          </p:cNvSpPr>
          <p:nvPr>
            <p:ph idx="1"/>
          </p:nvPr>
        </p:nvSpPr>
        <p:spPr>
          <a:xfrm>
            <a:off x="457199" y="4790941"/>
            <a:ext cx="8229600" cy="1268601"/>
          </a:xfrm>
        </p:spPr>
        <p:txBody>
          <a:bodyPr>
            <a:normAutofit/>
          </a:bodyPr>
          <a:lstStyle/>
          <a:p>
            <a:pPr marL="0" indent="0" algn="ctr">
              <a:buNone/>
            </a:pPr>
            <a:r>
              <a:rPr lang="en-US" sz="1800" dirty="0"/>
              <a:t>This chart compares average satisfaction scores among different age groups of employees. Notable variations across groups may highlight the need for personalized support experiences, especially if older or younger users express lower satisfaction.</a:t>
            </a:r>
            <a:endParaRPr sz="1800" dirty="0"/>
          </a:p>
        </p:txBody>
      </p:sp>
      <p:graphicFrame>
        <p:nvGraphicFramePr>
          <p:cNvPr id="5" name="Chart 4">
            <a:extLst>
              <a:ext uri="{FF2B5EF4-FFF2-40B4-BE49-F238E27FC236}">
                <a16:creationId xmlns:a16="http://schemas.microsoft.com/office/drawing/2014/main" id="{6DA764B2-2ED1-4C06-F802-110611B742AF}"/>
              </a:ext>
            </a:extLst>
          </p:cNvPr>
          <p:cNvGraphicFramePr>
            <a:graphicFrameLocks/>
          </p:cNvGraphicFramePr>
          <p:nvPr>
            <p:extLst>
              <p:ext uri="{D42A27DB-BD31-4B8C-83A1-F6EECF244321}">
                <p14:modId xmlns:p14="http://schemas.microsoft.com/office/powerpoint/2010/main" val="4104985387"/>
              </p:ext>
            </p:extLst>
          </p:nvPr>
        </p:nvGraphicFramePr>
        <p:xfrm>
          <a:off x="2046298" y="1893261"/>
          <a:ext cx="5051403" cy="261434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Ticket Count by Severity</a:t>
            </a:r>
          </a:p>
        </p:txBody>
      </p:sp>
      <p:sp>
        <p:nvSpPr>
          <p:cNvPr id="3" name="Content Placeholder 2"/>
          <p:cNvSpPr>
            <a:spLocks noGrp="1"/>
          </p:cNvSpPr>
          <p:nvPr>
            <p:ph idx="1"/>
          </p:nvPr>
        </p:nvSpPr>
        <p:spPr>
          <a:xfrm>
            <a:off x="457200" y="4654310"/>
            <a:ext cx="8229600" cy="1450757"/>
          </a:xfrm>
        </p:spPr>
        <p:txBody>
          <a:bodyPr>
            <a:normAutofit/>
          </a:bodyPr>
          <a:lstStyle/>
          <a:p>
            <a:pPr algn="ctr"/>
            <a:r>
              <a:rPr lang="en-US" sz="1800" dirty="0"/>
              <a:t>This bar chart illustrates the number of tickets by their severity level ranging from minor to urgent. Most tickets fall under the “Normal” category, while only a few are marked “Urgent.” This can help in prioritizing tickets and ensuring urgent ones receive prompt attention.</a:t>
            </a:r>
          </a:p>
        </p:txBody>
      </p:sp>
      <p:graphicFrame>
        <p:nvGraphicFramePr>
          <p:cNvPr id="5" name="Chart 4">
            <a:extLst>
              <a:ext uri="{FF2B5EF4-FFF2-40B4-BE49-F238E27FC236}">
                <a16:creationId xmlns:a16="http://schemas.microsoft.com/office/drawing/2014/main" id="{2731D991-CC5D-EFAB-BDEF-70311A75DEF3}"/>
              </a:ext>
            </a:extLst>
          </p:cNvPr>
          <p:cNvGraphicFramePr>
            <a:graphicFrameLocks/>
          </p:cNvGraphicFramePr>
          <p:nvPr>
            <p:extLst>
              <p:ext uri="{D42A27DB-BD31-4B8C-83A1-F6EECF244321}">
                <p14:modId xmlns:p14="http://schemas.microsoft.com/office/powerpoint/2010/main" val="1219212674"/>
              </p:ext>
            </p:extLst>
          </p:nvPr>
        </p:nvGraphicFramePr>
        <p:xfrm>
          <a:off x="2205741" y="1906205"/>
          <a:ext cx="4732517" cy="249843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Ticket Count by Priority</a:t>
            </a:r>
          </a:p>
        </p:txBody>
      </p:sp>
      <p:sp>
        <p:nvSpPr>
          <p:cNvPr id="3" name="Content Placeholder 2"/>
          <p:cNvSpPr>
            <a:spLocks noGrp="1"/>
          </p:cNvSpPr>
          <p:nvPr>
            <p:ph idx="1"/>
          </p:nvPr>
        </p:nvSpPr>
        <p:spPr>
          <a:xfrm>
            <a:off x="457200" y="4591453"/>
            <a:ext cx="8229600" cy="1450757"/>
          </a:xfrm>
        </p:spPr>
        <p:txBody>
          <a:bodyPr>
            <a:normAutofit/>
          </a:bodyPr>
          <a:lstStyle/>
          <a:p>
            <a:pPr marL="0" indent="0" algn="ctr">
              <a:buNone/>
            </a:pPr>
            <a:r>
              <a:rPr lang="en-US" sz="1800" dirty="0"/>
              <a:t>This chart shows the number of tickets by their assigned priority level. A large proportion of tickets remain unassigned or marked with low priority, which could suggest delays or inefficiencies in triaging and ticket management. Addressing this can improve overall responsiveness.</a:t>
            </a:r>
            <a:endParaRPr sz="1800" dirty="0"/>
          </a:p>
        </p:txBody>
      </p:sp>
      <p:graphicFrame>
        <p:nvGraphicFramePr>
          <p:cNvPr id="5" name="Chart 4">
            <a:extLst>
              <a:ext uri="{FF2B5EF4-FFF2-40B4-BE49-F238E27FC236}">
                <a16:creationId xmlns:a16="http://schemas.microsoft.com/office/drawing/2014/main" id="{C3D203E9-5639-F3C4-F6B2-543FCCE8FA58}"/>
              </a:ext>
            </a:extLst>
          </p:cNvPr>
          <p:cNvGraphicFramePr>
            <a:graphicFrameLocks/>
          </p:cNvGraphicFramePr>
          <p:nvPr>
            <p:extLst>
              <p:ext uri="{D42A27DB-BD31-4B8C-83A1-F6EECF244321}">
                <p14:modId xmlns:p14="http://schemas.microsoft.com/office/powerpoint/2010/main" val="3500195569"/>
              </p:ext>
            </p:extLst>
          </p:nvPr>
        </p:nvGraphicFramePr>
        <p:xfrm>
          <a:off x="1973855" y="1841100"/>
          <a:ext cx="5196290" cy="254431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Distribution of Satisfaction Score</a:t>
            </a:r>
          </a:p>
        </p:txBody>
      </p:sp>
      <p:sp>
        <p:nvSpPr>
          <p:cNvPr id="3" name="Content Placeholder 2"/>
          <p:cNvSpPr>
            <a:spLocks noGrp="1"/>
          </p:cNvSpPr>
          <p:nvPr>
            <p:ph idx="1"/>
          </p:nvPr>
        </p:nvSpPr>
        <p:spPr>
          <a:xfrm>
            <a:off x="800099" y="4705436"/>
            <a:ext cx="7543801" cy="1450757"/>
          </a:xfrm>
        </p:spPr>
        <p:txBody>
          <a:bodyPr>
            <a:normAutofit/>
          </a:bodyPr>
          <a:lstStyle/>
          <a:p>
            <a:pPr algn="ctr"/>
            <a:r>
              <a:rPr lang="en-US" sz="1800" dirty="0"/>
              <a:t>This histogram represents how satisfaction scores are distributed across all tickets. It provides a clear view of user sentiment, whether it's generally high, low, or scattered. This helps assess the consistency of service quality and user experience.</a:t>
            </a:r>
            <a:endParaRPr sz="1800" dirty="0"/>
          </a:p>
        </p:txBody>
      </p:sp>
      <p:graphicFrame>
        <p:nvGraphicFramePr>
          <p:cNvPr id="5" name="Chart 4">
            <a:extLst>
              <a:ext uri="{FF2B5EF4-FFF2-40B4-BE49-F238E27FC236}">
                <a16:creationId xmlns:a16="http://schemas.microsoft.com/office/drawing/2014/main" id="{1A2830B0-87A6-57A2-B447-97C8E0FE1337}"/>
              </a:ext>
            </a:extLst>
          </p:cNvPr>
          <p:cNvGraphicFramePr>
            <a:graphicFrameLocks/>
          </p:cNvGraphicFramePr>
          <p:nvPr>
            <p:extLst>
              <p:ext uri="{D42A27DB-BD31-4B8C-83A1-F6EECF244321}">
                <p14:modId xmlns:p14="http://schemas.microsoft.com/office/powerpoint/2010/main" val="3449231016"/>
              </p:ext>
            </p:extLst>
          </p:nvPr>
        </p:nvGraphicFramePr>
        <p:xfrm>
          <a:off x="2170978" y="1848116"/>
          <a:ext cx="4802043" cy="256933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Distribution of Resolution Time</a:t>
            </a:r>
          </a:p>
        </p:txBody>
      </p:sp>
      <p:sp>
        <p:nvSpPr>
          <p:cNvPr id="3" name="Content Placeholder 2"/>
          <p:cNvSpPr>
            <a:spLocks noGrp="1"/>
          </p:cNvSpPr>
          <p:nvPr>
            <p:ph idx="1"/>
          </p:nvPr>
        </p:nvSpPr>
        <p:spPr>
          <a:xfrm>
            <a:off x="800099" y="4595423"/>
            <a:ext cx="7543801" cy="1450757"/>
          </a:xfrm>
        </p:spPr>
        <p:txBody>
          <a:bodyPr>
            <a:normAutofit/>
          </a:bodyPr>
          <a:lstStyle/>
          <a:p>
            <a:pPr algn="ctr"/>
            <a:r>
              <a:rPr lang="en-US" sz="1800" dirty="0"/>
              <a:t>This chart displays how ticket resolution times are spread across different time buckets. It shows whether most tickets are resolved quickly or if there is a long tail of unresolved or delayed issues. This helps identify areas that need efficiency improvements.</a:t>
            </a:r>
            <a:endParaRPr sz="1800" dirty="0"/>
          </a:p>
        </p:txBody>
      </p:sp>
      <p:graphicFrame>
        <p:nvGraphicFramePr>
          <p:cNvPr id="5" name="Chart 4">
            <a:extLst>
              <a:ext uri="{FF2B5EF4-FFF2-40B4-BE49-F238E27FC236}">
                <a16:creationId xmlns:a16="http://schemas.microsoft.com/office/drawing/2014/main" id="{4BE86345-F72C-F714-1FAE-6D494EE73D4D}"/>
              </a:ext>
            </a:extLst>
          </p:cNvPr>
          <p:cNvGraphicFramePr>
            <a:graphicFrameLocks/>
          </p:cNvGraphicFramePr>
          <p:nvPr>
            <p:extLst>
              <p:ext uri="{D42A27DB-BD31-4B8C-83A1-F6EECF244321}">
                <p14:modId xmlns:p14="http://schemas.microsoft.com/office/powerpoint/2010/main" val="3000113147"/>
              </p:ext>
            </p:extLst>
          </p:nvPr>
        </p:nvGraphicFramePr>
        <p:xfrm>
          <a:off x="2014738" y="1807640"/>
          <a:ext cx="5114523" cy="253935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Takeaways </a:t>
            </a:r>
          </a:p>
        </p:txBody>
      </p:sp>
      <p:sp>
        <p:nvSpPr>
          <p:cNvPr id="4" name="Rectangle 1">
            <a:extLst>
              <a:ext uri="{FF2B5EF4-FFF2-40B4-BE49-F238E27FC236}">
                <a16:creationId xmlns:a16="http://schemas.microsoft.com/office/drawing/2014/main" id="{C6B1806C-502A-4D02-54F1-EE0F04C2F8E8}"/>
              </a:ext>
            </a:extLst>
          </p:cNvPr>
          <p:cNvSpPr>
            <a:spLocks noGrp="1" noChangeArrowheads="1"/>
          </p:cNvSpPr>
          <p:nvPr>
            <p:ph idx="1"/>
          </p:nvPr>
        </p:nvSpPr>
        <p:spPr bwMode="auto">
          <a:xfrm>
            <a:off x="822960" y="2157818"/>
            <a:ext cx="6569747" cy="254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Ticket volume peaked in 2020, showing rising support demand.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System and Login Access were the most frequent issue types.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Satisfaction scores improved steadily over the years.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Hardware/System issues had the longest resolution times.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Many tickets were left “Unassigned” in priority classification.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Younger and older agents showed higher satisfaction performance.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7545-473D-5F2D-2F8B-6523237573EA}"/>
              </a:ext>
            </a:extLst>
          </p:cNvPr>
          <p:cNvSpPr>
            <a:spLocks noGrp="1"/>
          </p:cNvSpPr>
          <p:nvPr>
            <p:ph type="title"/>
          </p:nvPr>
        </p:nvSpPr>
        <p:spPr/>
        <p:txBody>
          <a:bodyPr/>
          <a:lstStyle/>
          <a:p>
            <a:r>
              <a:rPr lang="en-IN" dirty="0"/>
              <a:t>Final Dashboard</a:t>
            </a:r>
          </a:p>
        </p:txBody>
      </p:sp>
      <p:sp>
        <p:nvSpPr>
          <p:cNvPr id="4" name="Content Placeholder 3">
            <a:extLst>
              <a:ext uri="{FF2B5EF4-FFF2-40B4-BE49-F238E27FC236}">
                <a16:creationId xmlns:a16="http://schemas.microsoft.com/office/drawing/2014/main" id="{67F9A8FD-5BCD-2FB0-EF32-8BE583ABD9F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07ED34D-FADE-7A25-DEDB-09309B297375}"/>
              </a:ext>
            </a:extLst>
          </p:cNvPr>
          <p:cNvPicPr>
            <a:picLocks noChangeAspect="1"/>
          </p:cNvPicPr>
          <p:nvPr/>
        </p:nvPicPr>
        <p:blipFill>
          <a:blip r:embed="rId2"/>
          <a:stretch>
            <a:fillRect/>
          </a:stretch>
        </p:blipFill>
        <p:spPr>
          <a:xfrm>
            <a:off x="822959" y="1844447"/>
            <a:ext cx="7543800" cy="4373608"/>
          </a:xfrm>
          <a:prstGeom prst="rect">
            <a:avLst/>
          </a:prstGeom>
        </p:spPr>
      </p:pic>
    </p:spTree>
    <p:extLst>
      <p:ext uri="{BB962C8B-B14F-4D97-AF65-F5344CB8AC3E}">
        <p14:creationId xmlns:p14="http://schemas.microsoft.com/office/powerpoint/2010/main" val="3325278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7191-91A3-321D-BE5A-FBEE6AFBBC4B}"/>
              </a:ext>
            </a:extLst>
          </p:cNvPr>
          <p:cNvSpPr>
            <a:spLocks noGrp="1"/>
          </p:cNvSpPr>
          <p:nvPr>
            <p:ph type="title"/>
          </p:nvPr>
        </p:nvSpPr>
        <p:spPr/>
        <p:txBody>
          <a:bodyPr/>
          <a:lstStyle/>
          <a:p>
            <a:r>
              <a:rPr lang="en-IN" dirty="0"/>
              <a:t>Conclusion</a:t>
            </a:r>
          </a:p>
        </p:txBody>
      </p:sp>
      <p:sp>
        <p:nvSpPr>
          <p:cNvPr id="5" name="Rectangle 2">
            <a:extLst>
              <a:ext uri="{FF2B5EF4-FFF2-40B4-BE49-F238E27FC236}">
                <a16:creationId xmlns:a16="http://schemas.microsoft.com/office/drawing/2014/main" id="{4C1329F3-4553-04DD-2282-32F66737085B}"/>
              </a:ext>
            </a:extLst>
          </p:cNvPr>
          <p:cNvSpPr>
            <a:spLocks noGrp="1" noChangeArrowheads="1"/>
          </p:cNvSpPr>
          <p:nvPr>
            <p:ph idx="1"/>
          </p:nvPr>
        </p:nvSpPr>
        <p:spPr bwMode="auto">
          <a:xfrm>
            <a:off x="822959" y="2287755"/>
            <a:ext cx="791659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Ticket volumes are rising, highlighting the need for scalable IT support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processes.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Satisfaction scores are stable overall but vary significantly among agents.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Certain agents face high workloads, indicating a need for better workload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Mismatches between ticket priority and severity expose inefficiencies in the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Focused training for underperformers can improve resolution time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Investing in process improvements and tool upgrades will boost long-term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performance.</a:t>
            </a:r>
          </a:p>
        </p:txBody>
      </p:sp>
    </p:spTree>
    <p:extLst>
      <p:ext uri="{BB962C8B-B14F-4D97-AF65-F5344CB8AC3E}">
        <p14:creationId xmlns:p14="http://schemas.microsoft.com/office/powerpoint/2010/main" val="181017428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1461</TotalTime>
  <Words>735</Words>
  <Application>Microsoft Office PowerPoint</Application>
  <PresentationFormat>On-screen Show (4:3)</PresentationFormat>
  <Paragraphs>60</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Retrospect</vt:lpstr>
      <vt:lpstr>IT Ticket Analysis</vt:lpstr>
      <vt:lpstr>Problem Statement</vt:lpstr>
      <vt:lpstr>About the Data</vt:lpstr>
      <vt:lpstr>KPI &amp; Filter Overview</vt:lpstr>
      <vt:lpstr> Count of Ticket IDs Over Time</vt:lpstr>
      <vt:lpstr>Ticket Count by Request Category</vt:lpstr>
      <vt:lpstr> Satisfaction Rate by Time</vt:lpstr>
      <vt:lpstr>Avg. Resolution Time by Category (Quarter-wise)</vt:lpstr>
      <vt:lpstr>Satisfaction Rate by Age Group</vt:lpstr>
      <vt:lpstr>Ticket Count by Severity</vt:lpstr>
      <vt:lpstr>Ticket Count by Priority</vt:lpstr>
      <vt:lpstr>Distribution of Satisfaction Score</vt:lpstr>
      <vt:lpstr>Distribution of Resolution Time</vt:lpstr>
      <vt:lpstr>Key Takeaways </vt:lpstr>
      <vt:lpstr>Final Dashboard</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Joel .</cp:lastModifiedBy>
  <cp:revision>3</cp:revision>
  <dcterms:created xsi:type="dcterms:W3CDTF">2013-01-27T09:14:16Z</dcterms:created>
  <dcterms:modified xsi:type="dcterms:W3CDTF">2026-03-23T15:01:41Z</dcterms:modified>
  <cp:category/>
</cp:coreProperties>
</file>